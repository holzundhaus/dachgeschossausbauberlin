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dachgeschossausbauberlin/-/blob/a881af3730605edc47e36ac08fbd1f5b3582906c/_posts/2026-10-14-hochwasser-naturschutz-auflagen-dg-ausbau-berlin-wasser.md"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https://gitlab.com/info4678/dachgeschossausbauberlin/-/blob/a881af3730605edc47e36ac08fbd1f5b3582906c/_posts/2026-10-14-hochwasser-naturschutz-auflagen-dg-ausbau-berlin-wasser.md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